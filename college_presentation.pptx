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Project Myra: Multimodal Desktop AI Companion</a:t>
            </a:r>
          </a:p>
          <a:p>
            <a:pPr>
              <a:defRPr sz="2200"/>
            </a:pPr>
            <a:r>
              <a:t>Presented by Mallu &amp; Team | 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Motivation &amp; System Architecture</a:t>
            </a:r>
          </a:p>
          <a:p>
            <a:pPr>
              <a:defRPr sz="2000"/>
            </a:pPr>
            <a:r>
              <a:t>• Current AI chatbots are passive, text-bound, and lack physical embodiment.</a:t>
            </a:r>
          </a:p>
          <a:p>
            <a:pPr>
              <a:defRPr sz="2000"/>
            </a:pPr>
            <a:r>
              <a:t>• Myra combines active computer vision, fast voice loops, and real-time 3D avatar rendering.</a:t>
            </a:r>
          </a:p>
          <a:p>
            <a:pPr>
              <a:defRPr sz="2000"/>
            </a:pPr>
            <a:r>
              <a:t>• Powered by local LLaMA 3, YOLO11s detection, and InsightFace ArcFace SQLite vector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Myra's 3D Avatar &amp; Expressive VRM Model</a:t>
            </a:r>
          </a:p>
          <a:p>
            <a:pPr>
              <a:defRPr sz="2000"/>
            </a:pPr>
            <a:r>
              <a:t>• High-fidelity anime 3D model rigged with VMC OSC blendshapes.</a:t>
            </a:r>
          </a:p>
          <a:p>
            <a:pPr>
              <a:defRPr sz="2000"/>
            </a:pPr>
            <a:r>
              <a:t>• Supports real-time facial expressions: Smug, Joy, Blush, Angry, and Surprised.</a:t>
            </a:r>
          </a:p>
          <a:p>
            <a:pPr>
              <a:defRPr sz="2000"/>
            </a:pPr>
            <a:r>
              <a:t>• VB-Audio Virtual Cable phonetic lip-sync synchronized with Silero Neural TTS.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Spatial Intelligence &amp; Face Recognition</a:t>
            </a:r>
          </a:p>
          <a:p>
            <a:pPr>
              <a:defRPr sz="2000"/>
            </a:pPr>
            <a:r>
              <a:t>• YOLO11s real-time object &amp; student tracking at 30+ FPS.</a:t>
            </a:r>
          </a:p>
          <a:p>
            <a:pPr>
              <a:defRPr sz="2000"/>
            </a:pPr>
            <a:r>
              <a:t>• InsightFace 512-d embeddings matched against SQLite vector database in &lt; 15ms.</a:t>
            </a:r>
          </a:p>
          <a:p>
            <a:pPr>
              <a:defRPr sz="2000"/>
            </a:pPr>
            <a:r>
              <a:t>• PresenceTracker state machine detects student dwell times and lingering strangers.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Conclusion &amp; Demonstration</a:t>
            </a:r>
          </a:p>
          <a:p>
            <a:pPr>
              <a:defRPr sz="2000"/>
            </a:pPr>
            <a:r>
              <a:t>• Successfully demonstrates an active, embodied companion for education and productivity.</a:t>
            </a:r>
          </a:p>
          <a:p>
            <a:pPr>
              <a:defRPr sz="2000"/>
            </a:pPr>
            <a:r>
              <a:t>• Future roadmap: Hand gesture recognition, spatial audio, and long-term memory graphs.</a:t>
            </a:r>
          </a:p>
          <a:p>
            <a:pPr>
              <a:defRPr sz="2000"/>
            </a:pPr>
            <a:r>
              <a:t>• Thank you! Mallu and I are ready to answer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